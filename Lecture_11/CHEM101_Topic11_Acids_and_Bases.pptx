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98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11: Acids and Bases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Defining acids and bases, measuring pH, and writing net ionic equations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5780" y="1714500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180552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acids and bases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Arrhenius and Bronsted-Lowry definitions, and how they differ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25780" y="2884932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tachome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9" y="2975961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Water, ionization, and pH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How water ionizes on its own, and what the pH scale actually measures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25780" y="4055364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9" y="4146393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and weak electrolytes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Why some acids and bases ionize completely, and others barely do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25780" y="5225796"/>
            <a:ext cx="502920" cy="50292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09" y="5316825"/>
            <a:ext cx="320863" cy="32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ionic equations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Writing an equation that shows only the ions that actually react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Acid/Base Chemistry is Fundamental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55" y="1948587"/>
            <a:ext cx="583387" cy="583387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4" y="2060596"/>
            <a:ext cx="359367" cy="359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pH &amp; Acid-Base Balance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Blood pH is tightly held between 7.35 and 7.45 — acidosis and alkalosis are both medical emergencies outside that narrow range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7435" y="1948587"/>
            <a:ext cx="583387" cy="583387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pil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444" y="2060596"/>
            <a:ext cx="359367" cy="359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Antacids &amp; Stomach Acid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Antacids are bases that neutralize excess stomach acid (HCl), relieving heartburn through simple acid-base chemistry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8155" y="4234587"/>
            <a:ext cx="583387" cy="583387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via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4" y="4346596"/>
            <a:ext cx="359367" cy="3593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Urine pH &amp; Lab Testing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Urinalysis strips measure pH directly — an abnormal result can flag infection, kidney issues, or diet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7435" y="4234587"/>
            <a:ext cx="583387" cy="583387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444" y="4346596"/>
            <a:ext cx="359367" cy="3593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Fluids &amp; Strong Electrolytes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Sodium Bicarbonate (NaHCO</a:t>
            </a:r>
            <a:r>
              <a:rPr lang="en-US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is a strong electrolyte that dissociates in solution — and incredibly important for blood pH stability.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Acids and Bases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definitions, one broader than the other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Arrhenius Acids and Bases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original, narrower definition — limited to reactions in water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1991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0482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Arrhenius Acid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substance that increases the concentration of H⁺ ions when dissolved in water (e.g., HCl).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47929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3284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Arrhenius Base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substance that increases the concentration of OH⁻ ions when dissolved in water (e.g., NaOH).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these definitions only works for reactions happening in water — it can’t explain acid-base behavior anywhere else.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Bronsted-Lowry Acids and Bases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broader definition, based on transferring a proton (H⁺) rather than water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1991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0482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Bronsted-Lowry Acid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proton (H⁺) donor — it gives an H⁺ away during the reaction.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47929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3284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Bronsted-Lowry Base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proton (H⁺) acceptor — it picks up an H⁺ during the reaction.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46634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it’s broader: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Arrhenius acid and base is also a Bronsted-Lowry acid or base — but this definition also covers reactions without water at all.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Identifying the Acid and 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8784" y="1143000"/>
            <a:ext cx="680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latin typeface="Garamond" pitchFamily="34" charset="0"/>
                <a:ea typeface="Garamond" pitchFamily="34" charset="-122"/>
                <a:cs typeface="Garamond" pitchFamily="34" charset="-120"/>
              </a:rPr>
              <a:t>NH₃ + H₂O ⇌ NH₄⁺ + OH⁻        Ammonia dissolves/reacts with water</a:t>
            </a:r>
            <a:endParaRPr lang="en-US" sz="16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230473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805" y="236829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Ammonia (NH₃) reacts with water, forming ammonium (NH</a:t>
            </a:r>
            <a:r>
              <a:rPr lang="en-US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and hydroxide (OH⁻).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35629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3805" y="341985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the Proton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 (H₂O) becomes OH⁻ — it lost an H⁺. Ammonia (NH₃) becomes NH₄⁺ — it gained an H⁺.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440785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805" y="447141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Roles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96312" y="42611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species that lost the H⁺ is the acid; the species that gained it is the base.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5459416"/>
            <a:ext cx="1600200" cy="51116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3805" y="5522976"/>
            <a:ext cx="1322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 is the Bronsted-Lowry acid; ammonia is the Bronsted-Lowry base — even though no Arrhenius H⁺ or OH⁻ was added from outside.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6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Water, Ionization, and pH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Even pure water reacts with itself — and that reaction defines the pH scale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Ionization of Water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Ionizes Itself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small fraction of water molecules constantly react with each other: H₂O + H₂O ⇌ H₃O⁺ + OH⁻.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Water Constant (K</a:t>
            </a:r>
            <a:r>
              <a:rPr lang="en-US" sz="2000" b="1" baseline="-2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ᴡ</a:t>
            </a: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25°C, [H⁺][OH⁻] = 1.0 × 10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-14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 In pure water, [H⁺] and [OH⁻] are equal, at 1.0 × 10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-7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 each.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 Acid or Base Shifts It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adding an acid raises [H⁺] and lowers [OH⁻] — and vice versa for a base — but the product [H⁺][OH⁻] always stays 1.0 × 10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-14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tachome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Formula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pH = −log[H⁺]. It compresses the huge range of possible [H⁺] values into one simple, manageable scale.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Scale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scale runs 0–14. Below 7 is acidic, 7 is neutral, above 7 is basic (alkaline).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pandArrow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 Is 10×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because it’s a log scale, each whole pH unit represents a 10-fold change in [H⁺] — pH 4 has 10 times more H⁺ than pH 5.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Finding pH from [H⁺]*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30473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8565" y="236829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solution has a hydrogen ion concentration of [H⁺] = 1.0 × 10⁻⁴ M.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5629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8565" y="341985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Formula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 = −log[H⁺] = −log(1.0 × 10⁻⁴).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40785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8565" y="447141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42611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−log(1.0 × 10⁻⁴) = −(−4) = 4.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459416"/>
            <a:ext cx="1600200" cy="51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8565" y="552297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solution has a pH of 4 — acidic, since it’s well below 7.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967C28-4D3D-8E81-AFA1-C19B78BB9341}"/>
              </a:ext>
            </a:extLst>
          </p:cNvPr>
          <p:cNvSpPr txBox="1"/>
          <p:nvPr/>
        </p:nvSpPr>
        <p:spPr>
          <a:xfrm>
            <a:off x="1158240" y="1239520"/>
            <a:ext cx="5642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Garamond" panose="02020404030301010803" pitchFamily="18" charset="0"/>
              </a:rPr>
              <a:t>*[ ]</a:t>
            </a:r>
            <a:r>
              <a:rPr lang="en-US" sz="2000" dirty="0">
                <a:latin typeface="Garamond" panose="02020404030301010803" pitchFamily="18" charset="0"/>
              </a:rPr>
              <a:t> means concentration for what’s inside the brackets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Electrolytes &amp; Net Ionic Equations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completely a substance ionizes, and how to write only what actually reacts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and Weak Electrolytes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Electrolytes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ionize (or dissociate) completely in water. This includes strong acids, strong bases, and most soluble ionic compounds.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Electrolytes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only partially ionize — most of the substance stays as intact molecules, with only a small fraction forming ions.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lamationTriang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"Strong" Isn’t "Concentrated"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strength describes how completely a substance ionizes, not how much of it is dissolved — a dilute strong acid is still fully ionized.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Acids and Bases vs. Weak Acids and Bases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19733"/>
              </p:ext>
            </p:extLst>
          </p:nvPr>
        </p:nvGraphicFramePr>
        <p:xfrm>
          <a:off x="457200" y="1737360"/>
          <a:ext cx="11274552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Weak</a:t>
                      </a:r>
                      <a:endParaRPr lang="en-US" sz="2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Acids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HCl, HNO₃, H₂SO₄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CH₃COOH (acetic acid)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Bases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NaOH, KOH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NH₃ (ammonia)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Ionization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Essentially 100%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Usually well under 10%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Reaction arrow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Single arrow (→)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Equilibrium arrow (⇌)</a:t>
                      </a:r>
                      <a:endParaRPr lang="en-US" sz="18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Ionic Equations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Ionic Equation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write every strong electrolyte as its separate ions, showing exactly what’s dissolved in the solution.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Spectator Ions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ions that appear unchanged on both sides of the equation — they’re present, but don’t change between reactants and products in the reaction.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chan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Ionic Equation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cancel the spectator ions from both sides, leaving only the species that actually react (Topic 7).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Example: Writing a Net Ionic Equation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19786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AgNO₃(aq) + NaCl(aq) → AgCl(s) + NaNO₃(</a:t>
            </a:r>
            <a:r>
              <a:rPr lang="en-US" sz="2000" dirty="0" err="1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aq</a:t>
            </a:r>
            <a:r>
              <a:rPr lang="en-US" sz="2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      Silver nitrate reacts with sodium chloride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" y="2279178"/>
            <a:ext cx="1600200" cy="56228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8565" y="236829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Ionic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Ag⁺ + NO₃⁻ + Na⁺ + Cl⁻ → AgCl(s) + Na⁺ + NO₃⁻ — every strong electrolyte written as separate ions.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3330738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8565" y="341985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Spectators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Na⁺ and NO₃⁻ appear unchanged on both sides — they never actually react (Topic 7).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4944" y="4382298"/>
            <a:ext cx="1600200" cy="562285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8565" y="447141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Them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96312" y="42611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Remove Na⁺ and NO₃⁻ from both sides, since they don’t affect the outcome.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4944" y="5433858"/>
            <a:ext cx="1600200" cy="56228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8565" y="552297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Ionic Equation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Ag⁺(aq) + Cl⁻(aq) → AgCl(s) — this is the reaction that actually happens.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Arrhenius acid/base: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Increases H⁺ or OH⁻ in water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Bronsted-Lowry acid/base: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proton (H⁺) donor or acceptor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scale measuring [H⁺]: pH = −log[H⁺]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526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2000" b="1" baseline="-25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ᴡ</a:t>
            </a: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water constant: [H⁺][OH⁻] = 1.0 × 10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-14</a:t>
            </a:r>
            <a:endParaRPr lang="en-US" sz="2000" baseline="30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electrolyte: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substance that ionizes completely in water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electrolyte: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substance that only partially ionizes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Spectator 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ion unchanged on both sides of an equation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378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ionic equation: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equation showing only the species that react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Arrhenius defines acids/bases by H⁺ and OH⁻ in water; Bronsted-Lowry defines them by proton transfer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 self-ionizes, and pH = −log[H⁺] compresses that tiny concentration into a simple 0–14 scale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Strong electrolytes ionize completely; weak electrolytes only partially ionize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net ionic equation drops spectator ions, showing only the species that actually react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12: A Brief Introduction to Organic Chemistry — time permitting, wrapping up the semester.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11: Acids and Bases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1626</Words>
  <Application>Microsoft Macintosh PowerPoint</Application>
  <PresentationFormat>Widescreen</PresentationFormat>
  <Paragraphs>163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2</cp:revision>
  <dcterms:created xsi:type="dcterms:W3CDTF">2026-09-07T02:40:03Z</dcterms:created>
  <dcterms:modified xsi:type="dcterms:W3CDTF">2026-09-20T18:00:37Z</dcterms:modified>
</cp:coreProperties>
</file>