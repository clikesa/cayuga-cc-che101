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94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8: Chemical Quantities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Counting atoms by weighing them: moles, molar mass, and molarity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at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18333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682496"/>
            <a:ext cx="870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Avogadro’s number and the mole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counting unit chemists use to work with unimaginably small particles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3003804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52928"/>
            <a:ext cx="870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 mass and conversions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Calculating a compound’s molar mass, and converting between grams and moles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t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417423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23360"/>
            <a:ext cx="870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Molarity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Measuring how concentrated a solution is, in moles of solute per liter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listO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" y="5344668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193792"/>
            <a:ext cx="870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and molecular formulas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Finding the simplest ratio of atoms in a compound, and scaling it to the real formula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on Chemical Quantities is Critical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155" y="1948587"/>
            <a:ext cx="583387" cy="583387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weightHang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4" y="2060596"/>
            <a:ext cx="359367" cy="3593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Dosing by Molar Mass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Many drug doses are calculated using a compound’s molar mass, converting between the grams you measure and the moles of active drug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47435" y="1948587"/>
            <a:ext cx="583387" cy="583387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syri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444" y="2060596"/>
            <a:ext cx="359367" cy="3593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Solutions &amp; Molarity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Normal saline and other IV fluids are prepared to a specific molarity, so patients receive a precise, predictable concentration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8155" y="4234587"/>
            <a:ext cx="583387" cy="583387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vi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4" y="4346596"/>
            <a:ext cx="359367" cy="3593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Results in Molar Units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Blood glucose and electrolyte panels are often reported in millimoles per liter (mmol/L) — molarity, in clinical units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47435" y="4234587"/>
            <a:ext cx="583387" cy="583387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pill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444" y="4346596"/>
            <a:ext cx="359367" cy="3593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Avogadro-Scale Nutrients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Trace vitamins and minerals occur in such tiny amounts that moles — not individual atoms — are the only practical way to describe them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4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at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Avogadro’s Number and the Mole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way to count atoms and molecules by weighing them instead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Fundamental Quantity – the Mole.  So, what is a Mole?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hash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Counting Unit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just as "a dozen" always means 12, "a mole" always means a fixed, enormous number of particles — no matter what’s being counted.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at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Avogadro’s Number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one mole = 6.022 × 10²³ particles — large enough to turn atom-sized masses into amounts you can actually weigh on a scale.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for Anything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mole can count atoms, molecules, or ions. One mole of any of them always contains the same 6.022 × 10²³ particles.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Converting Particles to Moles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276856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3917" y="2276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96312" y="2020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sample contains 3.011 × 10</a:t>
            </a:r>
            <a:r>
              <a:rPr lang="en-US" sz="2000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atoms of carbon.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419856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3419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96312" y="3163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Avogadro’s number as a conversion factor: 1 mol = 6.022 × 10²³ atoms. (Topic 2)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562856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4562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96312" y="4306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3.011 × 10</a:t>
            </a:r>
            <a:r>
              <a:rPr lang="en-US" sz="2000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atoms ÷ 6.022 × 10</a:t>
            </a:r>
            <a:r>
              <a:rPr lang="en-US" sz="2000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</a:t>
            </a: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atoms/mol = 5.00 mol.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705856"/>
            <a:ext cx="1600200" cy="38404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5705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96312" y="5449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sample contains 5.00 moles of carbon.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4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 Mass and Mass-Mole Conversions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bridge between the grams you weigh and the moles you’re counting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Molar Mass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look up the atomic mass of each element in the compound formula from the periodic table (Topic 5).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multiply each atomic mass by the number of atoms of that element — its subscript in the formula (Topic 6).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828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add all the values together. The total is the compound’s molar mass, in **grams per mole (g/mol)**.  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dirty="0">
              <a:solidFill>
                <a:srgbClr val="14213D"/>
              </a:solidFill>
              <a:latin typeface="Garamond" pitchFamily="34" charset="0"/>
              <a:ea typeface="Garamond" pitchFamily="34" charset="-122"/>
              <a:cs typeface="Garamond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**This is the key concept and why the particular value is 6.022x10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 </a:t>
            </a:r>
            <a:r>
              <a:rPr lang="en-US" b="1" u="sng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mass in amu = molar mass in grams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2000" baseline="30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Molar Mass of H₂O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257654"/>
            <a:ext cx="1600200" cy="42245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3917" y="2276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96312" y="2020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H₂O contains 2 hydrogen atoms and 1 oxygen atom.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400654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3419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Hydrogen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96312" y="3163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atoms × 1.01 g/mol = 2.02 g/mol.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" name="Shape 10"/>
          <p:cNvSpPr/>
          <p:nvPr/>
        </p:nvSpPr>
        <p:spPr>
          <a:xfrm>
            <a:off x="694944" y="4543654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4562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6312" y="4306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 atom × 16.00 g/mol = 16.00 g/mol.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686654"/>
            <a:ext cx="1600200" cy="42245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5705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5449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2.02 g/mol + 16.00 g/mol = 18.02 g/mol — the molar mass of water.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(measurable grams) ↔ Moles (uncountable amt) Conversion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Molar Mass as a Bridge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compound’s molar mass (g/mol) is the conversion factor that connects the mass you weigh (grams) to the amount you’re counting (moles).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Grams → Moles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divide the given mass by the molar mass:     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moles = grams ÷ molar mass.</a:t>
            </a:r>
            <a:endParaRPr lang="en-US" sz="2000" b="1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Moles → Grams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multiply the given moles by the molar mass:     </a:t>
            </a:r>
            <a:r>
              <a:rPr lang="en-US" b="1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grams = moles × molar mass.</a:t>
            </a:r>
            <a:endParaRPr lang="en-US" sz="2000" b="1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Converting 36.0 g of Water to Moles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257654"/>
            <a:ext cx="1600200" cy="42245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3917" y="2276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96312" y="2020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36.0 g of water (H₂O), with a molar mass of 18.02 g/mol (from the previous example).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400654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3419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96312" y="3163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moles = grams ÷ molar mass = 36.0 g ÷ 18.02 g/mol.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543654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4562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6312" y="4306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36.0 ÷ 18.02 ≈ 2.00 mol.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686654"/>
            <a:ext cx="1600200" cy="42245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57058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5449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36.0 g of water is 2.00 moles.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Molarity, and Empirical &amp; Molecular Formulas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Measuring solution concentration, and scaling a formula up to the real thing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Molarity?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molarity (M) measures the concentration of a solution — how many moles of a molecule, ion, or compound are dissolved per liter of solution.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 = moles of solute ÷ liters of solution, with units of mol/L.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syri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Use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IV fluids and lab results are described this way because it states exactly how concentrated a solution is, regardless of the total volume given.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Calculating Molarity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7348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144405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805" y="148437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96312" y="122834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58.5 g of NaCl is dissolved in enough water to make 1.00 L of solution.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31648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258705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3805" y="262737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to Moles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96312" y="237134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NaCl’s molar mass is 58.5 g/mol, so 58.5 g ÷ 58.5 g/mol = 1.00 mol.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5948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373005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805" y="377037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Formula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351434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 = moles ÷ liters = 1.00 mol ÷ 1.00 L.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60248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94944" y="487305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805" y="491337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96312" y="465734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solution is 1.00 M NaCl**. 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1D2F89-4215-1206-A219-EF12C706B2BE}"/>
              </a:ext>
            </a:extLst>
          </p:cNvPr>
          <p:cNvSpPr txBox="1"/>
          <p:nvPr/>
        </p:nvSpPr>
        <p:spPr>
          <a:xfrm>
            <a:off x="934720" y="5793724"/>
            <a:ext cx="10416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**Moles/L is better than grams/L because chemical reactions are based on the number of atoms NOT their mass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vs. Molecular Formulas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Formula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shows the simplest whole-number ratio of atoms in a compound (e.g., CH₂O).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Formula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shows the actual number of atoms in one molecule — always a whole-number multiple of the empirical formula (e.g., C₆H₁₂O₆, six times CH₂O).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hasht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Multiplier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divide the molecular formula’s molar mass by the empirical formula’s molar mass to find that whole-number multiplier.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Finding a Molecular Formula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23653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805" y="2276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96312" y="2020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compound has the empirical formula CH₂O (molar mass 30.03 g/mol) and a measured molar mass of 180.18 g/mol.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37953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3805" y="3419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Multiplier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96312" y="3163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180.18 ÷ 30.03 ≈ 6.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52253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805" y="4562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96312" y="4306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Multiply every subscript in CH₂O by 6: C₆H₁₂O₆.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66553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805" y="5705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96312" y="5449824"/>
            <a:ext cx="8942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molecular formula is C₆H₁₂O₆ — glucose.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 &amp;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counting unit equal to 6.022 × 10²³ particles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Avogadro’s number: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value 6.022 × 10²³, particles per mole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 mass: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mass of one mole of a substance, in g/mol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Molarity: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solution’s concentration, in moles of solute per liter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substance being dissolved in a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solute dissolved uniformly in a solvent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formula: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simplest whole-number ratio of atoms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458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formula: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actual number of atoms in one molecule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mole (6.022 × 10²³ particles) lets chemists count atoms and molecules by weighing them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Molar mass converts between grams (what you weigh) and moles (what you’re counting)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Molarity (mol/L) describes exactly how concentrated a solution is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empirical formula scales up to a molecular formula using the ratio of their molar masses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9: Stoichiometry Calculations — mole-mole and mole-mass calculations, molar solution calculations, and percent yield.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8: Chemical Quantities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1468</Words>
  <Application>Microsoft Macintosh PowerPoint</Application>
  <PresentationFormat>Widescreen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2</cp:revision>
  <dcterms:created xsi:type="dcterms:W3CDTF">2026-09-07T02:25:01Z</dcterms:created>
  <dcterms:modified xsi:type="dcterms:W3CDTF">2026-09-19T23:00:54Z</dcterms:modified>
</cp:coreProperties>
</file>